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10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3" Type="http://schemas.openxmlformats.org/officeDocument/2006/relationships/tableStyles" Target="tableStyles.xml"/>  <Relationship Id="rId12" Type="http://schemas.openxmlformats.org/officeDocument/2006/relationships/theme" Target="theme/theme1.xml"/>  <Relationship Id="rId11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96"/>
            <a:ext cx="12185650" cy="685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32310"/>
            <a:ext cx="12185650" cy="67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36400"/>
            <a:ext cx="12185650" cy="678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32381"/>
            <a:ext cx="12185650" cy="678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0756"/>
            <a:ext cx="12185650" cy="683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6620"/>
            <a:ext cx="12185650" cy="681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2001"/>
            <a:ext cx="12185650" cy="680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7266" y="0"/>
            <a:ext cx="12111117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