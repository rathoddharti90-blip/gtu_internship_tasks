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13" y="4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41335" y="137882"/>
            <a:ext cx="1658222" cy="46041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50"/>
            <a:ext cx="9829800" cy="718185"/>
          </a:xfrm>
          <a:custGeom>
            <a:avLst/>
            <a:gdLst/>
            <a:ahLst/>
            <a:cxnLst/>
            <a:rect l="l" t="t" r="r" b="b"/>
            <a:pathLst>
              <a:path w="9829800" h="718185">
                <a:moveTo>
                  <a:pt x="9829800" y="0"/>
                </a:moveTo>
                <a:lnTo>
                  <a:pt x="0" y="0"/>
                </a:lnTo>
                <a:lnTo>
                  <a:pt x="0" y="717626"/>
                </a:lnTo>
                <a:lnTo>
                  <a:pt x="9829800" y="717626"/>
                </a:lnTo>
                <a:lnTo>
                  <a:pt x="9829800" y="0"/>
                </a:lnTo>
                <a:close/>
              </a:path>
            </a:pathLst>
          </a:custGeom>
          <a:solidFill>
            <a:srgbClr val="2031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50"/>
            <a:ext cx="9829800" cy="718185"/>
          </a:xfrm>
          <a:custGeom>
            <a:avLst/>
            <a:gdLst/>
            <a:ahLst/>
            <a:cxnLst/>
            <a:rect l="l" t="t" r="r" b="b"/>
            <a:pathLst>
              <a:path w="9829800" h="718185">
                <a:moveTo>
                  <a:pt x="0" y="717626"/>
                </a:moveTo>
                <a:lnTo>
                  <a:pt x="9829800" y="717626"/>
                </a:lnTo>
                <a:lnTo>
                  <a:pt x="9829800" y="0"/>
                </a:lnTo>
                <a:lnTo>
                  <a:pt x="0" y="0"/>
                </a:lnTo>
                <a:lnTo>
                  <a:pt x="0" y="717626"/>
                </a:lnTo>
                <a:close/>
              </a:path>
            </a:pathLst>
          </a:custGeom>
          <a:ln w="25400">
            <a:solidFill>
              <a:srgbClr val="203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888981" y="-457"/>
            <a:ext cx="112395" cy="732790"/>
          </a:xfrm>
          <a:custGeom>
            <a:avLst/>
            <a:gdLst/>
            <a:ahLst/>
            <a:cxnLst/>
            <a:rect l="l" t="t" r="r" b="b"/>
            <a:pathLst>
              <a:path w="112395" h="732790">
                <a:moveTo>
                  <a:pt x="112283" y="0"/>
                </a:moveTo>
                <a:lnTo>
                  <a:pt x="0" y="0"/>
                </a:lnTo>
                <a:lnTo>
                  <a:pt x="0" y="732358"/>
                </a:lnTo>
                <a:lnTo>
                  <a:pt x="112283" y="732358"/>
                </a:lnTo>
                <a:lnTo>
                  <a:pt x="112283" y="0"/>
                </a:lnTo>
                <a:close/>
              </a:path>
            </a:pathLst>
          </a:custGeom>
          <a:solidFill>
            <a:srgbClr val="7E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38"/>
            <a:ext cx="9839324" cy="723734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1925300" y="-457"/>
            <a:ext cx="266700" cy="732790"/>
          </a:xfrm>
          <a:custGeom>
            <a:avLst/>
            <a:gdLst/>
            <a:ahLst/>
            <a:cxnLst/>
            <a:rect l="l" t="t" r="r" b="b"/>
            <a:pathLst>
              <a:path w="266700" h="732790">
                <a:moveTo>
                  <a:pt x="266700" y="0"/>
                </a:moveTo>
                <a:lnTo>
                  <a:pt x="0" y="0"/>
                </a:lnTo>
                <a:lnTo>
                  <a:pt x="0" y="732358"/>
                </a:lnTo>
                <a:lnTo>
                  <a:pt x="266700" y="732358"/>
                </a:lnTo>
                <a:lnTo>
                  <a:pt x="266700" y="0"/>
                </a:lnTo>
                <a:close/>
              </a:path>
            </a:pathLst>
          </a:custGeom>
          <a:solidFill>
            <a:srgbClr val="FDD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0822" y="944626"/>
            <a:ext cx="4947285" cy="384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A person sitting at a desk with a computer  Description automatically generated"/>
          <p:cNvGrpSpPr/>
          <p:nvPr/>
        </p:nvGrpSpPr>
        <p:grpSpPr>
          <a:xfrm>
            <a:off x="0" y="0"/>
            <a:ext cx="12192000" cy="6858634"/>
            <a:chOff x="0" y="-457"/>
            <a:chExt cx="12192000" cy="6858634"/>
          </a:xfrm>
        </p:grpSpPr>
        <p:pic>
          <p:nvPicPr>
            <p:cNvPr id="3" name="object 3" descr="A person sitting at a desk with a computer  Description automatically generated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687561" y="584199"/>
              <a:ext cx="2110740" cy="977900"/>
            </a:xfrm>
            <a:custGeom>
              <a:avLst/>
              <a:gdLst/>
              <a:ahLst/>
              <a:cxnLst/>
              <a:rect l="l" t="t" r="r" b="b"/>
              <a:pathLst>
                <a:path w="2110740" h="977900">
                  <a:moveTo>
                    <a:pt x="1947418" y="0"/>
                  </a:moveTo>
                  <a:lnTo>
                    <a:pt x="162941" y="0"/>
                  </a:lnTo>
                  <a:lnTo>
                    <a:pt x="119606" y="5825"/>
                  </a:lnTo>
                  <a:lnTo>
                    <a:pt x="80677" y="22262"/>
                  </a:lnTo>
                  <a:lnTo>
                    <a:pt x="47704" y="47752"/>
                  </a:lnTo>
                  <a:lnTo>
                    <a:pt x="22234" y="80734"/>
                  </a:lnTo>
                  <a:lnTo>
                    <a:pt x="5816" y="119650"/>
                  </a:lnTo>
                  <a:lnTo>
                    <a:pt x="0" y="162940"/>
                  </a:lnTo>
                  <a:lnTo>
                    <a:pt x="0" y="814959"/>
                  </a:lnTo>
                  <a:lnTo>
                    <a:pt x="5816" y="858249"/>
                  </a:lnTo>
                  <a:lnTo>
                    <a:pt x="22234" y="897165"/>
                  </a:lnTo>
                  <a:lnTo>
                    <a:pt x="47704" y="930148"/>
                  </a:lnTo>
                  <a:lnTo>
                    <a:pt x="80677" y="955637"/>
                  </a:lnTo>
                  <a:lnTo>
                    <a:pt x="119606" y="972074"/>
                  </a:lnTo>
                  <a:lnTo>
                    <a:pt x="162941" y="977900"/>
                  </a:lnTo>
                  <a:lnTo>
                    <a:pt x="1947418" y="977900"/>
                  </a:lnTo>
                  <a:lnTo>
                    <a:pt x="1990762" y="972074"/>
                  </a:lnTo>
                  <a:lnTo>
                    <a:pt x="2029714" y="955637"/>
                  </a:lnTo>
                  <a:lnTo>
                    <a:pt x="2062718" y="930147"/>
                  </a:lnTo>
                  <a:lnTo>
                    <a:pt x="2088218" y="897165"/>
                  </a:lnTo>
                  <a:lnTo>
                    <a:pt x="2104659" y="858249"/>
                  </a:lnTo>
                  <a:lnTo>
                    <a:pt x="2110486" y="814959"/>
                  </a:lnTo>
                  <a:lnTo>
                    <a:pt x="2110486" y="162940"/>
                  </a:lnTo>
                  <a:lnTo>
                    <a:pt x="2104659" y="119650"/>
                  </a:lnTo>
                  <a:lnTo>
                    <a:pt x="2088218" y="80734"/>
                  </a:lnTo>
                  <a:lnTo>
                    <a:pt x="2062718" y="47751"/>
                  </a:lnTo>
                  <a:lnTo>
                    <a:pt x="2029714" y="22262"/>
                  </a:lnTo>
                  <a:lnTo>
                    <a:pt x="1990762" y="5825"/>
                  </a:lnTo>
                  <a:lnTo>
                    <a:pt x="1947418" y="0"/>
                  </a:lnTo>
                  <a:close/>
                </a:path>
              </a:pathLst>
            </a:custGeom>
            <a:solidFill>
              <a:srgbClr val="EBED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87561" y="584199"/>
              <a:ext cx="2110740" cy="977900"/>
            </a:xfrm>
            <a:custGeom>
              <a:avLst/>
              <a:gdLst/>
              <a:ahLst/>
              <a:cxnLst/>
              <a:rect l="l" t="t" r="r" b="b"/>
              <a:pathLst>
                <a:path w="2110740" h="977900">
                  <a:moveTo>
                    <a:pt x="0" y="162940"/>
                  </a:moveTo>
                  <a:lnTo>
                    <a:pt x="5816" y="119650"/>
                  </a:lnTo>
                  <a:lnTo>
                    <a:pt x="22234" y="80734"/>
                  </a:lnTo>
                  <a:lnTo>
                    <a:pt x="47704" y="47752"/>
                  </a:lnTo>
                  <a:lnTo>
                    <a:pt x="80677" y="22262"/>
                  </a:lnTo>
                  <a:lnTo>
                    <a:pt x="119606" y="5825"/>
                  </a:lnTo>
                  <a:lnTo>
                    <a:pt x="162941" y="0"/>
                  </a:lnTo>
                  <a:lnTo>
                    <a:pt x="1947418" y="0"/>
                  </a:lnTo>
                  <a:lnTo>
                    <a:pt x="1990762" y="5825"/>
                  </a:lnTo>
                  <a:lnTo>
                    <a:pt x="2029714" y="22262"/>
                  </a:lnTo>
                  <a:lnTo>
                    <a:pt x="2062718" y="47751"/>
                  </a:lnTo>
                  <a:lnTo>
                    <a:pt x="2088218" y="80734"/>
                  </a:lnTo>
                  <a:lnTo>
                    <a:pt x="2104659" y="119650"/>
                  </a:lnTo>
                  <a:lnTo>
                    <a:pt x="2110486" y="162940"/>
                  </a:lnTo>
                  <a:lnTo>
                    <a:pt x="2110486" y="814959"/>
                  </a:lnTo>
                  <a:lnTo>
                    <a:pt x="2104659" y="858249"/>
                  </a:lnTo>
                  <a:lnTo>
                    <a:pt x="2088218" y="897165"/>
                  </a:lnTo>
                  <a:lnTo>
                    <a:pt x="2062718" y="930147"/>
                  </a:lnTo>
                  <a:lnTo>
                    <a:pt x="2029714" y="955637"/>
                  </a:lnTo>
                  <a:lnTo>
                    <a:pt x="1990762" y="972074"/>
                  </a:lnTo>
                  <a:lnTo>
                    <a:pt x="1947418" y="977900"/>
                  </a:lnTo>
                  <a:lnTo>
                    <a:pt x="162941" y="977900"/>
                  </a:lnTo>
                  <a:lnTo>
                    <a:pt x="119606" y="972074"/>
                  </a:lnTo>
                  <a:lnTo>
                    <a:pt x="80677" y="955637"/>
                  </a:lnTo>
                  <a:lnTo>
                    <a:pt x="47704" y="930148"/>
                  </a:lnTo>
                  <a:lnTo>
                    <a:pt x="22234" y="897165"/>
                  </a:lnTo>
                  <a:lnTo>
                    <a:pt x="5816" y="858249"/>
                  </a:lnTo>
                  <a:lnTo>
                    <a:pt x="0" y="814959"/>
                  </a:lnTo>
                  <a:lnTo>
                    <a:pt x="0" y="162940"/>
                  </a:lnTo>
                  <a:close/>
                </a:path>
              </a:pathLst>
            </a:custGeom>
            <a:ln w="254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384675" y="2028570"/>
            <a:ext cx="69081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FFF"/>
                </a:solidFill>
              </a:rPr>
              <a:t>Capstone</a:t>
            </a:r>
            <a:r>
              <a:rPr sz="4000" spc="-17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Project</a:t>
            </a:r>
            <a:r>
              <a:rPr sz="4000" spc="-160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Title/Name</a:t>
            </a:r>
            <a:endParaRPr sz="4000"/>
          </a:p>
        </p:txBody>
      </p:sp>
      <p:pic>
        <p:nvPicPr>
          <p:cNvPr id="7" name="object 7" descr="A close up of a logo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61957" y="867676"/>
            <a:ext cx="1263154" cy="41083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839715" y="3521202"/>
            <a:ext cx="3847846" cy="62068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2000" b="1" dirty="0">
                <a:solidFill>
                  <a:srgbClr val="FFFFFF"/>
                </a:solidFill>
                <a:latin typeface="Arial MT"/>
                <a:cs typeface="Arial MT"/>
              </a:rPr>
              <a:t>NAME : RATHOD DHARTI S.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sz="185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39714" y="5505703"/>
            <a:ext cx="5066286" cy="30008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College Name</a:t>
            </a:r>
            <a:r>
              <a:rPr sz="18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IN" sz="1850" spc="-60" dirty="0">
                <a:solidFill>
                  <a:srgbClr val="FFFFFF"/>
                </a:solidFill>
                <a:latin typeface="Arial MT"/>
                <a:cs typeface="Arial MT"/>
              </a:rPr>
              <a:t>– V.V.P ENGINEERING COLLEGE</a:t>
            </a:r>
            <a:endParaRPr sz="18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055359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spc="-35" dirty="0"/>
              <a:t> </a:t>
            </a:r>
            <a:r>
              <a:rPr spc="-10" dirty="0"/>
              <a:t>Objectives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1266" y="1124661"/>
            <a:ext cx="4602860" cy="46136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6562" y="1744604"/>
            <a:ext cx="6447638" cy="3477234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r>
              <a:rPr lang="en-IN" sz="1600" b="1" dirty="0"/>
              <a:t>Objectives</a:t>
            </a:r>
          </a:p>
          <a:p>
            <a:r>
              <a:rPr lang="en-IN" sz="1600" dirty="0"/>
              <a:t>To study sustainability data from different countries. </a:t>
            </a:r>
          </a:p>
          <a:p>
            <a:r>
              <a:rPr lang="en-IN" sz="1600" dirty="0"/>
              <a:t>To understand the relationship between economy, environment and society. </a:t>
            </a:r>
          </a:p>
          <a:p>
            <a:r>
              <a:rPr lang="en-IN" sz="1600" dirty="0"/>
              <a:t>To clean and </a:t>
            </a:r>
            <a:r>
              <a:rPr lang="en-IN" sz="1600" dirty="0" err="1"/>
              <a:t>analyze</a:t>
            </a:r>
            <a:r>
              <a:rPr lang="en-IN" sz="1600" dirty="0"/>
              <a:t> the dataset using Python. </a:t>
            </a:r>
          </a:p>
          <a:p>
            <a:r>
              <a:rPr lang="en-IN" sz="1600" dirty="0"/>
              <a:t>To create graphs for better understanding. </a:t>
            </a:r>
          </a:p>
          <a:p>
            <a:r>
              <a:rPr lang="en-IN" sz="1600" dirty="0"/>
              <a:t>To predict sustainability trends using Machine Learning. </a:t>
            </a:r>
          </a:p>
          <a:p>
            <a:r>
              <a:rPr lang="en-IN" sz="1600" dirty="0"/>
              <a:t>To support decision making for sustainable development. </a:t>
            </a:r>
          </a:p>
          <a:p>
            <a:endParaRPr lang="en-IN" sz="1600" b="1" dirty="0"/>
          </a:p>
          <a:p>
            <a:r>
              <a:rPr lang="en-IN" sz="1600" dirty="0"/>
              <a:t>"Our main objective is to </a:t>
            </a:r>
            <a:r>
              <a:rPr lang="en-IN" sz="1600" dirty="0" err="1"/>
              <a:t>analyze</a:t>
            </a:r>
            <a:r>
              <a:rPr lang="en-IN" sz="1600" dirty="0"/>
              <a:t> sustainability data of different countries. We use Python to clean the data, visualize it and build a prediction model."</a:t>
            </a:r>
          </a:p>
          <a:p>
            <a:pPr marL="196215" indent="-183515">
              <a:lnSpc>
                <a:spcPct val="100000"/>
              </a:lnSpc>
              <a:spcBef>
                <a:spcPts val="1055"/>
              </a:spcBef>
              <a:buChar char="•"/>
              <a:tabLst>
                <a:tab pos="196215" algn="l"/>
              </a:tabLst>
            </a:pPr>
            <a:endParaRPr lang="en-IN" sz="1600" spc="-1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Problem</a:t>
            </a:r>
            <a:r>
              <a:rPr spc="-3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D1CDE-2428-7445-74D6-B6307EC92FA6}"/>
              </a:ext>
            </a:extLst>
          </p:cNvPr>
          <p:cNvSpPr txBox="1"/>
          <p:nvPr/>
        </p:nvSpPr>
        <p:spPr>
          <a:xfrm>
            <a:off x="762000" y="2369807"/>
            <a:ext cx="9753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Many countries are facing problems like pollution, climate change, poor access to clean energy and unequal development.</a:t>
            </a:r>
          </a:p>
          <a:p>
            <a:pPr>
              <a:buNone/>
            </a:pPr>
            <a:r>
              <a:rPr lang="en-IN" dirty="0"/>
              <a:t>Government organizations collect large amounts of sustainability data, but it is difficult to understand this data without proper analysis.</a:t>
            </a:r>
          </a:p>
          <a:p>
            <a:pPr>
              <a:buNone/>
            </a:pPr>
            <a:r>
              <a:rPr lang="en-IN" dirty="0"/>
              <a:t>Our project helps </a:t>
            </a:r>
            <a:r>
              <a:rPr lang="en-IN" dirty="0" err="1"/>
              <a:t>analyze</a:t>
            </a:r>
            <a:r>
              <a:rPr lang="en-IN" dirty="0"/>
              <a:t> this data and provides useful insights for better planning.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"The problem is not the lack of data. The problem is understanding the data. Our project solves this using Python."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spc="-60" dirty="0"/>
              <a:t> </a:t>
            </a:r>
            <a:r>
              <a:rPr dirty="0"/>
              <a:t>Overview</a:t>
            </a:r>
            <a:r>
              <a:rPr spc="-20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spc="-10" dirty="0"/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A9EAE0-9EF3-FADB-1DDA-4A0811AD46E3}"/>
              </a:ext>
            </a:extLst>
          </p:cNvPr>
          <p:cNvSpPr txBox="1"/>
          <p:nvPr/>
        </p:nvSpPr>
        <p:spPr>
          <a:xfrm>
            <a:off x="838200" y="1981200"/>
            <a:ext cx="853239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This project </a:t>
            </a:r>
            <a:r>
              <a:rPr lang="en-IN" dirty="0" err="1"/>
              <a:t>analyze</a:t>
            </a:r>
            <a:r>
              <a:rPr lang="en-IN" dirty="0"/>
              <a:t> the World Sustainability Dataset using Python.</a:t>
            </a:r>
          </a:p>
          <a:p>
            <a:pPr>
              <a:buNone/>
            </a:pPr>
            <a:r>
              <a:rPr lang="en-IN" dirty="0"/>
              <a:t>The project performs: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Cleaning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Visualization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Machine Learning Prediction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The project helps understand sustainability indicators of different countries.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"This project takes a sustainability dataset, cleans it, creates graphs and predicts important sustainability indicators."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End</a:t>
            </a:r>
            <a:r>
              <a:rPr spc="-50" dirty="0"/>
              <a:t> </a:t>
            </a:r>
            <a:r>
              <a:rPr spc="-10" dirty="0"/>
              <a:t>Users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4B9C19-8287-6575-DA00-CBA91E937067}"/>
              </a:ext>
            </a:extLst>
          </p:cNvPr>
          <p:cNvSpPr txBox="1"/>
          <p:nvPr/>
        </p:nvSpPr>
        <p:spPr>
          <a:xfrm>
            <a:off x="762000" y="1993828"/>
            <a:ext cx="837999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This project can be useful for: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Government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Researchers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Students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NGOs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Environmental organizations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Policy makers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"Anyone working on sustainable development can use our project."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Wow</a:t>
            </a:r>
            <a:r>
              <a:rPr spc="-35" dirty="0"/>
              <a:t> </a:t>
            </a:r>
            <a:r>
              <a:rPr dirty="0"/>
              <a:t>Factors</a:t>
            </a:r>
            <a:r>
              <a:rPr spc="-35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spc="-10" dirty="0"/>
              <a:t>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E3B166-05A9-FF8E-629B-5AAB4DDFB4E0}"/>
              </a:ext>
            </a:extLst>
          </p:cNvPr>
          <p:cNvSpPr txBox="1"/>
          <p:nvPr/>
        </p:nvSpPr>
        <p:spPr>
          <a:xfrm>
            <a:off x="609600" y="1855329"/>
            <a:ext cx="853239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Special Features :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Uses real-world sustainability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Supports multiple SDGs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Easy-to-understand graphs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Machine Learning prediction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Fully developed using Python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Simple and user friendly </a:t>
            </a:r>
          </a:p>
          <a:p>
            <a:pPr>
              <a:buFont typeface="Arial" panose="020B0604020202020204" pitchFamily="34" charset="0"/>
              <a:buChar char="•"/>
            </a:pPr>
            <a:endParaRPr lang="en-IN" b="1" dirty="0"/>
          </a:p>
          <a:p>
            <a:endParaRPr lang="en-IN" b="1" dirty="0"/>
          </a:p>
          <a:p>
            <a:pPr>
              <a:buNone/>
            </a:pPr>
            <a:r>
              <a:rPr lang="en-IN" dirty="0"/>
              <a:t>"The best part of our project is that it converts complex sustainability data into simple graphs and useful predictions."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Modelling/Block</a:t>
            </a:r>
            <a:r>
              <a:rPr spc="-55" dirty="0"/>
              <a:t> </a:t>
            </a:r>
            <a:r>
              <a:rPr dirty="0"/>
              <a:t>Diagram/Flow</a:t>
            </a:r>
            <a:r>
              <a:rPr spc="-5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C0627A-E261-452E-ED3F-4D8D17372372}"/>
              </a:ext>
            </a:extLst>
          </p:cNvPr>
          <p:cNvSpPr txBox="1"/>
          <p:nvPr/>
        </p:nvSpPr>
        <p:spPr>
          <a:xfrm>
            <a:off x="3048000" y="1752600"/>
            <a:ext cx="670961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World Sustainability Dataset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Load Dataset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Data Cleaning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Data Analysis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 Visualization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Machine Learning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   Prediction</a:t>
            </a:r>
          </a:p>
          <a:p>
            <a:r>
              <a:rPr lang="en-IN" dirty="0"/>
              <a:t>          ↓</a:t>
            </a:r>
          </a:p>
          <a:p>
            <a:r>
              <a:rPr lang="en-IN" dirty="0"/>
              <a:t>     Result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Technology</a:t>
            </a:r>
            <a:r>
              <a:rPr spc="-70" dirty="0"/>
              <a:t> </a:t>
            </a:r>
            <a:r>
              <a:rPr spc="-10" dirty="0"/>
              <a:t>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FD84B5-F038-D322-8C51-115DD095757F}"/>
              </a:ext>
            </a:extLst>
          </p:cNvPr>
          <p:cNvSpPr txBox="1"/>
          <p:nvPr/>
        </p:nvSpPr>
        <p:spPr>
          <a:xfrm>
            <a:off x="647700" y="1752600"/>
            <a:ext cx="10896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Programming Language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Python 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Libraries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Pandas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NumPy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Matplotlib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Seaborn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Scikit-learn 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Jupyter Notebook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VS Code 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World Sustainability Dataset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Result/Outcomes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DD3CC-D5E7-3D93-A85A-74D5C273CF63}"/>
              </a:ext>
            </a:extLst>
          </p:cNvPr>
          <p:cNvSpPr txBox="1"/>
          <p:nvPr/>
        </p:nvSpPr>
        <p:spPr>
          <a:xfrm>
            <a:off x="762000" y="1997839"/>
            <a:ext cx="11582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We successfully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Cleaned the dataset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Removed missing values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Created visualizations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Found relationships between important indicators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Built a prediction model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Generated useful sustainability insights 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"Our project successfully </a:t>
            </a:r>
            <a:r>
              <a:rPr lang="en-IN" dirty="0" err="1"/>
              <a:t>analyzed</a:t>
            </a:r>
            <a:r>
              <a:rPr lang="en-IN" dirty="0"/>
              <a:t> the data and produced meaningful insights through graphs and predictions."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0E53F6-BE1F-9CFB-70A1-1136484402D6}"/>
              </a:ext>
            </a:extLst>
          </p:cNvPr>
          <p:cNvSpPr txBox="1"/>
          <p:nvPr/>
        </p:nvSpPr>
        <p:spPr>
          <a:xfrm>
            <a:off x="685800" y="2211810"/>
            <a:ext cx="9296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 project shows that Python is a useful tool for sustainability analysis.</a:t>
            </a:r>
          </a:p>
          <a:p>
            <a:pPr>
              <a:buNone/>
            </a:pPr>
            <a:r>
              <a:rPr lang="en-IN" dirty="0"/>
              <a:t>The results help understand important indicators like GDP, renewable energy, life expectancy and carbon emissions.</a:t>
            </a:r>
          </a:p>
          <a:p>
            <a:pPr>
              <a:buNone/>
            </a:pPr>
            <a:r>
              <a:rPr lang="en-IN" dirty="0"/>
              <a:t>The project supports data-driven decision making for sustainable </a:t>
            </a:r>
            <a:r>
              <a:rPr lang="en-IN" dirty="0" err="1"/>
              <a:t>developmen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Future</a:t>
            </a:r>
            <a:r>
              <a:rPr spc="-40" dirty="0"/>
              <a:t> </a:t>
            </a:r>
            <a:r>
              <a:rPr spc="-10" dirty="0"/>
              <a:t>Perspective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017C9B-16F9-8F3C-0EA3-ADE389D854B4}"/>
              </a:ext>
            </a:extLst>
          </p:cNvPr>
          <p:cNvSpPr txBox="1"/>
          <p:nvPr/>
        </p:nvSpPr>
        <p:spPr>
          <a:xfrm>
            <a:off x="961910" y="2055218"/>
            <a:ext cx="853239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 future we can: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live sustainability data 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Create a web dashboard 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AI-based recommendations 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Improve prediction accuracy</a:t>
            </a:r>
          </a:p>
          <a:p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Build a mobile application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94453" y="2995117"/>
            <a:ext cx="3270885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dirty="0"/>
              <a:t>Thank</a:t>
            </a:r>
            <a:r>
              <a:rPr sz="5000" spc="-55" dirty="0"/>
              <a:t> </a:t>
            </a:r>
            <a:r>
              <a:rPr sz="5000" spc="-25" dirty="0"/>
              <a:t>You</a:t>
            </a:r>
            <a:endParaRPr sz="5000"/>
          </a:p>
        </p:txBody>
      </p:sp>
      <p:sp>
        <p:nvSpPr>
          <p:cNvPr id="3" name="object 3"/>
          <p:cNvSpPr txBox="1"/>
          <p:nvPr/>
        </p:nvSpPr>
        <p:spPr>
          <a:xfrm>
            <a:off x="278078" y="5678525"/>
            <a:ext cx="9246922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 err="1">
                <a:solidFill>
                  <a:srgbClr val="203062"/>
                </a:solidFill>
                <a:latin typeface="Arial"/>
                <a:cs typeface="Arial"/>
              </a:rPr>
              <a:t>Github</a:t>
            </a:r>
            <a:r>
              <a:rPr sz="2800" b="1" spc="-80" dirty="0">
                <a:solidFill>
                  <a:srgbClr val="203062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203062"/>
                </a:solidFill>
                <a:latin typeface="Arial"/>
                <a:cs typeface="Arial"/>
              </a:rPr>
              <a:t>link</a:t>
            </a:r>
            <a:r>
              <a:rPr lang="en-IN" sz="2800" b="1" spc="-20" dirty="0">
                <a:solidFill>
                  <a:srgbClr val="203062"/>
                </a:solidFill>
                <a:latin typeface="Arial"/>
                <a:cs typeface="Arial"/>
              </a:rPr>
              <a:t> : https://github.com/rathoddharti90-blip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497</Words>
  <Application>Microsoft Office PowerPoint</Application>
  <PresentationFormat>Widescreen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MT</vt:lpstr>
      <vt:lpstr>Calibri</vt:lpstr>
      <vt:lpstr>Office Theme</vt:lpstr>
      <vt:lpstr>Capstone Project Title/Name</vt:lpstr>
      <vt:lpstr>Project Objectives</vt:lpstr>
      <vt:lpstr>Problem Statement</vt:lpstr>
      <vt:lpstr>Project Overview - Introduction</vt:lpstr>
      <vt:lpstr>End Users</vt:lpstr>
      <vt:lpstr>Wow Factors in Project</vt:lpstr>
      <vt:lpstr>Modelling/Block Diagram/Flow of Project</vt:lpstr>
      <vt:lpstr>Technology Stack</vt:lpstr>
      <vt:lpstr>Result/Outcomes</vt:lpstr>
      <vt:lpstr>Conclusion</vt:lpstr>
      <vt:lpstr>Future Perspective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rathoddharti90@gmail.com</cp:lastModifiedBy>
  <cp:revision>1</cp:revision>
  <dcterms:created xsi:type="dcterms:W3CDTF">2026-07-16T03:52:53Z</dcterms:created>
  <dcterms:modified xsi:type="dcterms:W3CDTF">2026-07-16T04:32:22Z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2026-07-14T00:00:00Z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2026-07-16T00:00:00Z</vt:filetime>
  </property>
  <property fmtid="{D5CDD505-2E9C-101B-9397-08002B2CF9AE}" pid="6" name="Producer">
    <vt:lpwstr>Microsoft® PowerPoint® 2021</vt:lpwstr>
  </property>
</Properties>
</file>